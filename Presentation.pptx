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696"/>
  </p:normalViewPr>
  <p:slideViewPr>
    <p:cSldViewPr snapToGrid="0">
      <p:cViewPr varScale="1">
        <p:scale>
          <a:sx n="116" d="100"/>
          <a:sy n="116" d="100"/>
        </p:scale>
        <p:origin x="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91686-0E81-A265-D9D8-FD00A09AE3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NuBasic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B6281B-9046-B9CD-5C80-4E233087E2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interpreter OS by Ryan Harding</a:t>
            </a:r>
          </a:p>
          <a:p>
            <a:r>
              <a:rPr lang="en-US" dirty="0"/>
              <a:t>Based on the Personal OS by Khan Shaikhul Hadi</a:t>
            </a:r>
          </a:p>
        </p:txBody>
      </p:sp>
    </p:spTree>
    <p:extLst>
      <p:ext uri="{BB962C8B-B14F-4D97-AF65-F5344CB8AC3E}">
        <p14:creationId xmlns:p14="http://schemas.microsoft.com/office/powerpoint/2010/main" val="2812526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29049-2E8B-86B6-8D9E-47B4EEF2F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v1 Base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D60B336-2011-D1C9-C55F-499488BF53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2742" y="1377324"/>
            <a:ext cx="6432766" cy="410335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3B3D9-97EE-BEC3-552A-8A29355BBAA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Bootloader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Interrupts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Keyboard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Screen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Simple Kernel Printing Characters to Screen</a:t>
            </a:r>
          </a:p>
        </p:txBody>
      </p:sp>
    </p:spTree>
    <p:extLst>
      <p:ext uri="{BB962C8B-B14F-4D97-AF65-F5344CB8AC3E}">
        <p14:creationId xmlns:p14="http://schemas.microsoft.com/office/powerpoint/2010/main" val="3496105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16E5B-7BDF-48CE-174F-A979EFECF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v2: </a:t>
            </a:r>
            <a:r>
              <a:rPr lang="en-US" dirty="0" err="1"/>
              <a:t>NuBasic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DB7DB78-CCE3-58AE-8E77-2EE9B825C4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2742" y="1481977"/>
            <a:ext cx="6485768" cy="38045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8DAA68-2300-1DFD-B3A9-F13BFDCE4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Reworked Keyboard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Proper Shell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Simple Bitmapped Memory with Heap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Single Command Execution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Peeks and Pokes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Integer variables and arrays (Single character ID)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Printing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Clearscreen</a:t>
            </a:r>
            <a:r>
              <a:rPr lang="en-US" dirty="0"/>
              <a:t>, Reset, and Shutdown</a:t>
            </a:r>
          </a:p>
        </p:txBody>
      </p:sp>
    </p:spTree>
    <p:extLst>
      <p:ext uri="{BB962C8B-B14F-4D97-AF65-F5344CB8AC3E}">
        <p14:creationId xmlns:p14="http://schemas.microsoft.com/office/powerpoint/2010/main" val="1719803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D9B6-83BE-671D-CD75-23983793A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8E70F-D5C0-957F-32F9-A0E9B38AC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Boot : Bootloader (Unchanged)</a:t>
            </a:r>
          </a:p>
          <a:p>
            <a:r>
              <a:rPr lang="en-US" dirty="0"/>
              <a:t>CPU: CPU Logic and Interrupts (Unchanged)</a:t>
            </a:r>
          </a:p>
          <a:p>
            <a:r>
              <a:rPr lang="en-US" dirty="0"/>
              <a:t>Drivers: Keyboard and Screen Drivers (Updated)</a:t>
            </a:r>
          </a:p>
          <a:p>
            <a:r>
              <a:rPr lang="en-US" dirty="0"/>
              <a:t>Interpreter: Simple Code Parsing and Execution (New)</a:t>
            </a:r>
          </a:p>
          <a:p>
            <a:r>
              <a:rPr lang="en-US" dirty="0"/>
              <a:t>Kernel: Kernel and Shell (New)</a:t>
            </a:r>
          </a:p>
          <a:p>
            <a:r>
              <a:rPr lang="en-US" dirty="0" err="1"/>
              <a:t>Libc</a:t>
            </a:r>
            <a:r>
              <a:rPr lang="en-US" dirty="0"/>
              <a:t>: Library functions (Updated)</a:t>
            </a:r>
          </a:p>
          <a:p>
            <a:r>
              <a:rPr lang="en-US" dirty="0"/>
              <a:t>Memory: Memory Management (New)</a:t>
            </a:r>
          </a:p>
        </p:txBody>
      </p:sp>
    </p:spTree>
    <p:extLst>
      <p:ext uri="{BB962C8B-B14F-4D97-AF65-F5344CB8AC3E}">
        <p14:creationId xmlns:p14="http://schemas.microsoft.com/office/powerpoint/2010/main" val="355911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6CB1C-16AA-4C03-8A91-8FD5FFE1B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Kernel and Shell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1438D87-3A28-DFC8-696A-A2CE9C7C849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93114" y="2097088"/>
            <a:ext cx="5356794" cy="2320676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DB2C6E7-C9B7-C7AB-EA5D-FFC0097E65D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852911" y="1082929"/>
            <a:ext cx="5690259" cy="515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310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B108-55AA-DC29-74C1-1D9E73A1D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Interpreter and Memory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A247259-437C-BAB9-5655-8B27D2DC05C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94035" y="1658143"/>
            <a:ext cx="4218640" cy="5025363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3BFEBF1-86B4-433A-DEA8-9371EEC035B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179327" y="1357803"/>
            <a:ext cx="4398662" cy="5145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920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771D2-4E4B-0A7F-46B9-06E8804F2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BA1C0-40EB-F46F-0639-C9EEE7A50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Switching to Bulky Other Laptop</a:t>
            </a:r>
          </a:p>
        </p:txBody>
      </p:sp>
    </p:spTree>
    <p:extLst>
      <p:ext uri="{BB962C8B-B14F-4D97-AF65-F5344CB8AC3E}">
        <p14:creationId xmlns:p14="http://schemas.microsoft.com/office/powerpoint/2010/main" val="3155091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09B40-425B-B269-F378-526AC7293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Work/Stretch Goals Before Due 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0E0D8-9A9C-1F82-B9AB-4D8C55B96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Finish Syntax/Error Enforcement</a:t>
            </a:r>
          </a:p>
          <a:p>
            <a:r>
              <a:rPr lang="en-US" dirty="0"/>
              <a:t>Memory protection</a:t>
            </a:r>
          </a:p>
          <a:p>
            <a:r>
              <a:rPr lang="en-US" dirty="0"/>
              <a:t>Make compilation process easier </a:t>
            </a:r>
            <a:r>
              <a:rPr lang="en-US"/>
              <a:t>and portable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391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D4555-9AE3-93C1-C645-28928CFB0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Special Thanks: My Most Listened To Bands This Semester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8A2AC4-03F3-6DED-0DAB-EF98D945E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212" y="1887464"/>
            <a:ext cx="7772400" cy="497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719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287DC-9AC3-92CB-50F2-C9DA5A93D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Repo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6C02B-6003-3F0E-A23F-B038DE531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/rharding8/PersonalOSv2</a:t>
            </a:r>
          </a:p>
        </p:txBody>
      </p:sp>
    </p:spTree>
    <p:extLst>
      <p:ext uri="{BB962C8B-B14F-4D97-AF65-F5344CB8AC3E}">
        <p14:creationId xmlns:p14="http://schemas.microsoft.com/office/powerpoint/2010/main" val="15980090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364</TotalTime>
  <Words>179</Words>
  <Application>Microsoft Macintosh PowerPoint</Application>
  <PresentationFormat>Widescreen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Tw Cen MT</vt:lpstr>
      <vt:lpstr>Circuit</vt:lpstr>
      <vt:lpstr>NuBasic</vt:lpstr>
      <vt:lpstr>OS v1 Base</vt:lpstr>
      <vt:lpstr>OS v2: NuBasic</vt:lpstr>
      <vt:lpstr>OS Hierarchy</vt:lpstr>
      <vt:lpstr>Kernel and Shell</vt:lpstr>
      <vt:lpstr>Interpreter and Memory</vt:lpstr>
      <vt:lpstr>Demo</vt:lpstr>
      <vt:lpstr>Future Work/Stretch Goals Before Due Date</vt:lpstr>
      <vt:lpstr>Special Thanks: My Most Listened To Bands This Semester</vt:lpstr>
      <vt:lpstr>Git Repo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Harding</dc:creator>
  <cp:lastModifiedBy>Ryan Harding</cp:lastModifiedBy>
  <cp:revision>17</cp:revision>
  <dcterms:created xsi:type="dcterms:W3CDTF">2026-04-19T20:16:51Z</dcterms:created>
  <dcterms:modified xsi:type="dcterms:W3CDTF">2026-04-20T20:34:42Z</dcterms:modified>
</cp:coreProperties>
</file>