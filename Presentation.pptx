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96"/>
  </p:normalViewPr>
  <p:slideViewPr>
    <p:cSldViewPr snapToGrid="0">
      <p:cViewPr varScale="1">
        <p:scale>
          <a:sx n="116" d="100"/>
          <a:sy n="116" d="100"/>
        </p:scale>
        <p:origin x="6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4/19/26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91686-0E81-A265-D9D8-FD00A09AE3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NuBasic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B6281B-9046-B9CD-5C80-4E233087E2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 interpreter OS by Ryan Harding</a:t>
            </a:r>
          </a:p>
          <a:p>
            <a:r>
              <a:rPr lang="en-US" dirty="0"/>
              <a:t>Based on the Personal OS by Khan Shaikhul Hadi</a:t>
            </a:r>
          </a:p>
        </p:txBody>
      </p:sp>
    </p:spTree>
    <p:extLst>
      <p:ext uri="{BB962C8B-B14F-4D97-AF65-F5344CB8AC3E}">
        <p14:creationId xmlns:p14="http://schemas.microsoft.com/office/powerpoint/2010/main" val="2812526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29049-2E8B-86B6-8D9E-47B4EEF2F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 v1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B63E0-7505-F8FA-7C36-6C996E6CE4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23B3D9-97EE-BEC3-552A-8A29355BBAA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Bootloader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Interrupts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Keyboard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Screen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Kernel Printing Characters to Screen</a:t>
            </a:r>
          </a:p>
        </p:txBody>
      </p:sp>
    </p:spTree>
    <p:extLst>
      <p:ext uri="{BB962C8B-B14F-4D97-AF65-F5344CB8AC3E}">
        <p14:creationId xmlns:p14="http://schemas.microsoft.com/office/powerpoint/2010/main" val="3496105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16E5B-7BDF-48CE-174F-A979EFEC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 v2: </a:t>
            </a:r>
            <a:r>
              <a:rPr lang="en-US" dirty="0" err="1"/>
              <a:t>NuBasic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AE83C-F959-F996-B06E-E36B52CBC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8DAA68-2300-1DFD-B3A9-F13BFDCE4B8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Reworked Keyboard Logic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Proper Shell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Bitmapped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Single Command Execution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Peeks and Pokes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Variables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Printing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Clearscreen</a:t>
            </a:r>
            <a:r>
              <a:rPr lang="en-US" dirty="0"/>
              <a:t>, Reset, and Shutdown</a:t>
            </a:r>
          </a:p>
        </p:txBody>
      </p:sp>
    </p:spTree>
    <p:extLst>
      <p:ext uri="{BB962C8B-B14F-4D97-AF65-F5344CB8AC3E}">
        <p14:creationId xmlns:p14="http://schemas.microsoft.com/office/powerpoint/2010/main" val="1719803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0D9B6-83BE-671D-CD75-23983793A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 Hierarchy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8E70F-D5C0-957F-32F9-A0E9B38AC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Boot : Bootloader (Unchanged)</a:t>
            </a:r>
          </a:p>
          <a:p>
            <a:r>
              <a:rPr lang="en-US" dirty="0"/>
              <a:t>CPU: CPU Logic and Interrupts (Unchanged)</a:t>
            </a:r>
          </a:p>
          <a:p>
            <a:r>
              <a:rPr lang="en-US" dirty="0"/>
              <a:t>Drivers: Keyboard and Screen Drivers (Updated)</a:t>
            </a:r>
          </a:p>
          <a:p>
            <a:r>
              <a:rPr lang="en-US" dirty="0"/>
              <a:t>Interpreter: Simple Code Parsing and Execution (New)</a:t>
            </a:r>
          </a:p>
          <a:p>
            <a:r>
              <a:rPr lang="en-US" dirty="0"/>
              <a:t>Kernel: Kernel and Shell (New)</a:t>
            </a:r>
          </a:p>
          <a:p>
            <a:r>
              <a:rPr lang="en-US" dirty="0" err="1"/>
              <a:t>Libc</a:t>
            </a:r>
            <a:r>
              <a:rPr lang="en-US" dirty="0"/>
              <a:t>: Library functions (Updated)</a:t>
            </a:r>
          </a:p>
          <a:p>
            <a:r>
              <a:rPr lang="en-US" dirty="0"/>
              <a:t>Memory: Memory Management (New)</a:t>
            </a:r>
          </a:p>
        </p:txBody>
      </p:sp>
    </p:spTree>
    <p:extLst>
      <p:ext uri="{BB962C8B-B14F-4D97-AF65-F5344CB8AC3E}">
        <p14:creationId xmlns:p14="http://schemas.microsoft.com/office/powerpoint/2010/main" val="355911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6CB1C-16AA-4C03-8A91-8FD5FFE1B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and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CD0ED-5731-23F1-F7A5-C08C51458B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D593C2-74B0-F7BF-AF59-71F88765043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310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0B108-55AA-DC29-74C1-1D9E73A1D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Interpreter and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9B7CC-5D59-4659-5D62-D23EBFC595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A65C13-BDB8-A3A0-7B46-A22C3E3FFCD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920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71D2-4E4B-0A7F-46B9-06E8804F2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BA1C0-40EB-F46F-0639-C9EEE7A50E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Switching to Bulky Other Laptop</a:t>
            </a:r>
          </a:p>
        </p:txBody>
      </p:sp>
    </p:spTree>
    <p:extLst>
      <p:ext uri="{BB962C8B-B14F-4D97-AF65-F5344CB8AC3E}">
        <p14:creationId xmlns:p14="http://schemas.microsoft.com/office/powerpoint/2010/main" val="3155091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09B40-425B-B269-F378-526AC729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Work/Stretch Goals Before Due 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0E0D8-9A9C-1F82-B9AB-4D8C55B96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Finish Syntax/Error Enforcement</a:t>
            </a:r>
          </a:p>
          <a:p>
            <a:r>
              <a:rPr lang="en-US" dirty="0"/>
              <a:t>Make compilation process easier and portable</a:t>
            </a:r>
          </a:p>
          <a:p>
            <a:r>
              <a:rPr lang="en-US" dirty="0"/>
              <a:t>Multi-Line Code / Processes</a:t>
            </a:r>
          </a:p>
          <a:p>
            <a:r>
              <a:rPr lang="en-US" dirty="0"/>
              <a:t>Lowercase Letters</a:t>
            </a:r>
          </a:p>
        </p:txBody>
      </p:sp>
    </p:spTree>
    <p:extLst>
      <p:ext uri="{BB962C8B-B14F-4D97-AF65-F5344CB8AC3E}">
        <p14:creationId xmlns:p14="http://schemas.microsoft.com/office/powerpoint/2010/main" val="26463919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44</TotalTime>
  <Words>152</Words>
  <Application>Microsoft Macintosh PowerPoint</Application>
  <PresentationFormat>Widescreen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Tw Cen MT</vt:lpstr>
      <vt:lpstr>Circuit</vt:lpstr>
      <vt:lpstr>NuBasic</vt:lpstr>
      <vt:lpstr>OS v1 Base</vt:lpstr>
      <vt:lpstr>OS v2: NuBasic</vt:lpstr>
      <vt:lpstr>OS Hierarchy</vt:lpstr>
      <vt:lpstr>Kernel and Shell</vt:lpstr>
      <vt:lpstr>Interpreter and Memory</vt:lpstr>
      <vt:lpstr>Demo</vt:lpstr>
      <vt:lpstr>Future Work/Stretch Goals Before Due 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Harding</dc:creator>
  <cp:lastModifiedBy>Ryan Harding</cp:lastModifiedBy>
  <cp:revision>3</cp:revision>
  <dcterms:created xsi:type="dcterms:W3CDTF">2026-04-19T20:16:51Z</dcterms:created>
  <dcterms:modified xsi:type="dcterms:W3CDTF">2026-04-19T21:01:03Z</dcterms:modified>
</cp:coreProperties>
</file>